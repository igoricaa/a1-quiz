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449" r:id="rId5"/>
    <p:sldId id="297" r:id="rId6"/>
    <p:sldId id="498" r:id="rId7"/>
    <p:sldId id="499" r:id="rId8"/>
    <p:sldId id="500" r:id="rId9"/>
    <p:sldId id="501" r:id="rId10"/>
    <p:sldId id="502" r:id="rId11"/>
    <p:sldId id="503" r:id="rId12"/>
  </p:sldIdLst>
  <p:sldSz cx="18288000" cy="10288588"/>
  <p:notesSz cx="6858000" cy="9144000"/>
  <p:defaultTextStyle>
    <a:defPPr>
      <a:defRPr lang="en-US"/>
    </a:defPPr>
    <a:lvl1pPr marL="0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91444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1" orient="horz" pos="5395" userDrawn="1">
          <p15:clr>
            <a:srgbClr val="A4A3A4"/>
          </p15:clr>
        </p15:guide>
        <p15:guide id="15" orient="horz" pos="2084" userDrawn="1">
          <p15:clr>
            <a:srgbClr val="A4A3A4"/>
          </p15:clr>
        </p15:guide>
        <p15:guide id="21" pos="544" userDrawn="1">
          <p15:clr>
            <a:srgbClr val="A4A3A4"/>
          </p15:clr>
        </p15:guide>
        <p15:guide id="22" pos="10972" userDrawn="1">
          <p15:clr>
            <a:srgbClr val="A4A3A4"/>
          </p15:clr>
        </p15:guide>
        <p15:guide id="23" orient="horz" pos="5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32EDF98-3EBF-812A-F8F6-3B0C4789F890}" name="Halwachs Olivia" initials="HO" userId="S::Olivia.Halwachs@a1.at::92bfb4d8-e24e-4fd8-a426-1c43917dfcc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0A05"/>
    <a:srgbClr val="FF372D"/>
    <a:srgbClr val="FDC9C4"/>
    <a:srgbClr val="460000"/>
    <a:srgbClr val="A0AFF0"/>
    <a:srgbClr val="FFFFFF"/>
    <a:srgbClr val="FF5500"/>
    <a:srgbClr val="820000"/>
    <a:srgbClr val="EB140A"/>
    <a:srgbClr val="321E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05672A-F3FE-4F35-B1E8-9DADCA77E61A}" v="1" dt="2025-11-14T10:35:25.069"/>
    <p1510:client id="{DBA13146-6EDE-4055-838F-AEDB8B9494A6}" v="33" dt="2025-11-14T14:08:23.7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66" autoAdjust="0"/>
    <p:restoredTop sz="93136" autoAdjust="0"/>
  </p:normalViewPr>
  <p:slideViewPr>
    <p:cSldViewPr snapToGrid="0" snapToObjects="1">
      <p:cViewPr varScale="1">
        <p:scale>
          <a:sx n="51" d="100"/>
          <a:sy n="51" d="100"/>
        </p:scale>
        <p:origin x="715" y="62"/>
      </p:cViewPr>
      <p:guideLst>
        <p:guide orient="horz" pos="5395"/>
        <p:guide orient="horz" pos="2084"/>
        <p:guide pos="544"/>
        <p:guide pos="10972"/>
        <p:guide orient="horz" pos="5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170" d="100"/>
          <a:sy n="170" d="100"/>
        </p:scale>
        <p:origin x="658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F68C1-94C5-D54A-96E9-C1429FDF5B8B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37419-D722-2343-8BDB-E438D5E5B8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40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450E7-8A7E-5644-BBF8-5ECAA86576C7}" type="datetimeFigureOut">
              <a:rPr lang="de-AT"/>
              <a:t>14.11.2025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E3F907-4EA1-8B4A-A123-2F634F0A3CEB}" type="slidenum">
              <a:r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4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91444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E3F907-4EA1-8B4A-A123-2F634F0A3CE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043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2256E-3AEF-EC16-EFA2-F2CFDEA4A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F217FAD-0C10-08CC-8E42-7755AAC8B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60316EA-72DC-28E8-5090-1469B493C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F6F6EB-8CBB-6E03-10A6-36C6D9387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E3F907-4EA1-8B4A-A123-2F634F0A3CE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826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69761A85-8E7E-2113-7C44-774BCEB75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16566098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808899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negativ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nteraktive Schaltfläche: Leer 2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E96AF42-057E-48EF-9A5A-F96C8F60E297}"/>
              </a:ext>
            </a:extLst>
          </p:cNvPr>
          <p:cNvSpPr/>
          <p:nvPr userDrawn="1"/>
        </p:nvSpPr>
        <p:spPr>
          <a:xfrm>
            <a:off x="0" y="0"/>
            <a:ext cx="18288000" cy="2911475"/>
          </a:xfrm>
          <a:prstGeom prst="actionButtonBlank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3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Interaktive Schaltfläche: Leer 2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AF92A29-7A24-59AB-CCF6-4599F5DF1958}"/>
              </a:ext>
            </a:extLst>
          </p:cNvPr>
          <p:cNvSpPr/>
          <p:nvPr userDrawn="1"/>
        </p:nvSpPr>
        <p:spPr>
          <a:xfrm>
            <a:off x="854873" y="2042777"/>
            <a:ext cx="16578254" cy="6935083"/>
          </a:xfrm>
          <a:prstGeom prst="actionButtonBlank">
            <a:avLst/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190500" dist="152400" dir="5400000" sx="101000" sy="101000" algn="tr" rotWithShape="0">
              <a:schemeClr val="accent1">
                <a:alpha val="2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69761A85-8E7E-2113-7C44-774BCEB75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7851" y="2665757"/>
            <a:ext cx="15328867" cy="5668338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FF53D345-0A91-2F3B-EA73-73CB3F50B1B7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bg1"/>
                </a:solidFill>
              </a:rPr>
              <a:t>Draft</a:t>
            </a:r>
            <a:r>
              <a:rPr lang="de-AT" sz="900" b="0" dirty="0">
                <a:solidFill>
                  <a:schemeClr val="bg1"/>
                </a:solidFill>
              </a:rPr>
              <a:t> </a:t>
            </a:r>
            <a:r>
              <a:rPr lang="de-AT" sz="900" b="0" dirty="0" err="1">
                <a:solidFill>
                  <a:schemeClr val="bg1"/>
                </a:solidFill>
              </a:rPr>
              <a:t>for</a:t>
            </a:r>
            <a:r>
              <a:rPr lang="de-AT" sz="900" b="0" dirty="0">
                <a:solidFill>
                  <a:schemeClr val="bg1"/>
                </a:solidFill>
              </a:rPr>
              <a:t> internal </a:t>
            </a:r>
            <a:r>
              <a:rPr lang="de-AT" sz="900" b="0" dirty="0" err="1">
                <a:solidFill>
                  <a:schemeClr val="bg1"/>
                </a:solidFill>
              </a:rPr>
              <a:t>discussion</a:t>
            </a:r>
            <a:endParaRPr lang="en-US" sz="9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193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negative BG">
    <p:bg>
      <p:bgPr>
        <a:gradFill>
          <a:gsLst>
            <a:gs pos="0">
              <a:schemeClr val="accent2">
                <a:lumMod val="67000"/>
              </a:schemeClr>
            </a:gs>
            <a:gs pos="100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bg1"/>
                </a:solidFill>
              </a:rPr>
              <a:t>Draft</a:t>
            </a:r>
            <a:r>
              <a:rPr lang="de-AT" sz="900" b="0" dirty="0">
                <a:solidFill>
                  <a:schemeClr val="bg1"/>
                </a:solidFill>
              </a:rPr>
              <a:t> </a:t>
            </a:r>
            <a:r>
              <a:rPr lang="de-AT" sz="900" b="0" dirty="0" err="1">
                <a:solidFill>
                  <a:schemeClr val="bg1"/>
                </a:solidFill>
              </a:rPr>
              <a:t>for</a:t>
            </a:r>
            <a:r>
              <a:rPr lang="de-AT" sz="900" b="0" dirty="0">
                <a:solidFill>
                  <a:schemeClr val="bg1"/>
                </a:solidFill>
              </a:rPr>
              <a:t> internal </a:t>
            </a:r>
            <a:r>
              <a:rPr lang="de-AT" sz="900" b="0" dirty="0" err="1">
                <a:solidFill>
                  <a:schemeClr val="bg1"/>
                </a:solidFill>
              </a:rPr>
              <a:t>discussion</a:t>
            </a:r>
            <a:endParaRPr lang="en-US" sz="900" b="0" dirty="0">
              <a:solidFill>
                <a:schemeClr val="bg1"/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bg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bg1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69761A85-8E7E-2113-7C44-774BCEB75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16566098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25000"/>
              <a:buFont typeface="Arial" panose="020B0604020202020204" pitchFamily="34" charset="0"/>
              <a:buChar char="•"/>
              <a:tabLst/>
              <a:defRPr sz="2200">
                <a:solidFill>
                  <a:schemeClr val="bg1"/>
                </a:solidFill>
              </a:defRPr>
            </a:lvl1pPr>
            <a:lvl2pPr marL="711200" indent="-342900" defTabSz="720000">
              <a:buClr>
                <a:schemeClr val="bg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2pPr>
            <a:lvl3pPr marL="1079500" indent="-355600" defTabSz="720000">
              <a:buClr>
                <a:schemeClr val="bg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3pPr>
            <a:lvl4pPr marL="1406524" indent="-342900" defTabSz="720000">
              <a:buClr>
                <a:schemeClr val="bg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4pPr>
            <a:lvl5pPr marL="1800226" indent="-355600" defTabSz="720000">
              <a:buClr>
                <a:schemeClr val="bg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6565C49-3187-00DF-5BEE-55D8B27E14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597892" y="9160853"/>
            <a:ext cx="1054712" cy="105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4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negative Gradiant BG">
    <p:bg>
      <p:bgPr>
        <a:gradFill>
          <a:gsLst>
            <a:gs pos="100000">
              <a:schemeClr val="accent6"/>
            </a:gs>
            <a:gs pos="40000">
              <a:schemeClr val="accent1"/>
            </a:gs>
            <a:gs pos="63000">
              <a:schemeClr val="accent2">
                <a:lumMod val="67000"/>
              </a:schemeClr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bg1"/>
                </a:solidFill>
              </a:rPr>
              <a:t>Draft</a:t>
            </a:r>
            <a:r>
              <a:rPr lang="de-AT" sz="900" b="0" dirty="0">
                <a:solidFill>
                  <a:schemeClr val="bg1"/>
                </a:solidFill>
              </a:rPr>
              <a:t> </a:t>
            </a:r>
            <a:r>
              <a:rPr lang="de-AT" sz="900" b="0" dirty="0" err="1">
                <a:solidFill>
                  <a:schemeClr val="bg1"/>
                </a:solidFill>
              </a:rPr>
              <a:t>for</a:t>
            </a:r>
            <a:r>
              <a:rPr lang="de-AT" sz="900" b="0" dirty="0">
                <a:solidFill>
                  <a:schemeClr val="bg1"/>
                </a:solidFill>
              </a:rPr>
              <a:t> internal </a:t>
            </a:r>
            <a:r>
              <a:rPr lang="de-AT" sz="900" b="0" dirty="0" err="1">
                <a:solidFill>
                  <a:schemeClr val="bg1"/>
                </a:solidFill>
              </a:rPr>
              <a:t>discussion</a:t>
            </a:r>
            <a:endParaRPr lang="en-US" sz="900" b="0" dirty="0">
              <a:solidFill>
                <a:schemeClr val="bg1"/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bg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bg1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69761A85-8E7E-2113-7C44-774BCEB75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16566098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25000"/>
              <a:buFont typeface="Arial" panose="020B0604020202020204" pitchFamily="34" charset="0"/>
              <a:buChar char="•"/>
              <a:tabLst/>
              <a:defRPr sz="2200">
                <a:solidFill>
                  <a:schemeClr val="bg1"/>
                </a:solidFill>
              </a:defRPr>
            </a:lvl1pPr>
            <a:lvl2pPr marL="711200" indent="-342900" defTabSz="720000">
              <a:buClr>
                <a:schemeClr val="bg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2pPr>
            <a:lvl3pPr marL="1079500" indent="-355600" defTabSz="720000">
              <a:buClr>
                <a:schemeClr val="bg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3pPr>
            <a:lvl4pPr marL="1406524" indent="-342900" defTabSz="720000">
              <a:buClr>
                <a:schemeClr val="bg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4pPr>
            <a:lvl5pPr marL="1800226" indent="-355600" defTabSz="720000">
              <a:buClr>
                <a:schemeClr val="bg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6565C49-3187-00DF-5BEE-55D8B27E14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597892" y="9160853"/>
            <a:ext cx="1054712" cy="105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08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61F23E4F-0FFB-0139-0409-AB0805D59E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05390" y="2792493"/>
            <a:ext cx="5309322" cy="6184398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 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  <p:sp>
        <p:nvSpPr>
          <p:cNvPr id="24" name="Textplatzhalter 8">
            <a:extLst>
              <a:ext uri="{FF2B5EF4-FFF2-40B4-BE49-F238E27FC236}">
                <a16:creationId xmlns:a16="http://schemas.microsoft.com/office/drawing/2014/main" id="{F378FE64-59DE-F490-6504-04FA9FC2C8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3601" y="2792493"/>
            <a:ext cx="5309322" cy="6184398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 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D95C0169-FA54-57CD-FF42-7275C3BEEE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9606" y="2792493"/>
            <a:ext cx="5309322" cy="6184398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 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124463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 &amp;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44000" y="2792495"/>
            <a:ext cx="9143999" cy="61853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DE" dirty="0"/>
          </a:p>
          <a:p>
            <a:endParaRPr lang="de-AT" dirty="0"/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DB4A65E3-4B35-E812-A735-7F28310F35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7975599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2942080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2792495"/>
            <a:ext cx="9144000" cy="61853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DE" dirty="0"/>
          </a:p>
          <a:p>
            <a:endParaRPr lang="de-AT" dirty="0"/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DB4A65E3-4B35-E812-A735-7F28310F35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49336" y="2792493"/>
            <a:ext cx="7975599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998908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2513724"/>
            <a:ext cx="10395284" cy="6464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DE" dirty="0"/>
          </a:p>
          <a:p>
            <a:endParaRPr lang="de-AT" dirty="0"/>
          </a:p>
        </p:txBody>
      </p:sp>
      <p:sp>
        <p:nvSpPr>
          <p:cNvPr id="4" name="Bildplatzhalter 2" descr="Place image here&#10;">
            <a:extLst>
              <a:ext uri="{FF2B5EF4-FFF2-40B4-BE49-F238E27FC236}">
                <a16:creationId xmlns:a16="http://schemas.microsoft.com/office/drawing/2014/main" id="{5DE3CE43-A651-2B87-6086-95F0FDA975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507129" y="4321743"/>
            <a:ext cx="7509310" cy="40334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190500" dist="190500" dir="8100000" algn="tr" rotWithShape="0">
              <a:schemeClr val="accent3">
                <a:alpha val="40000"/>
              </a:schemeClr>
            </a:outerShdw>
          </a:effectLst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DE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99880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Image Left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270402" y="574402"/>
            <a:ext cx="9159296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70402" y="9448809"/>
            <a:ext cx="8335380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71935" y="888023"/>
            <a:ext cx="9161191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DB4A65E3-4B35-E812-A735-7F28310F35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71935" y="2792493"/>
            <a:ext cx="9161190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  <p:sp>
        <p:nvSpPr>
          <p:cNvPr id="4" name="Bildplatzhalter 2" descr="Place image here&#10;">
            <a:extLst>
              <a:ext uri="{FF2B5EF4-FFF2-40B4-BE49-F238E27FC236}">
                <a16:creationId xmlns:a16="http://schemas.microsoft.com/office/drawing/2014/main" id="{C6B3C1E0-DF73-C968-4467-046BDA2EF9E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2"/>
            <a:ext cx="7408332" cy="102885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DE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23321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Image Right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9582282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6603123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49048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958426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879667" y="-2"/>
            <a:ext cx="7408332" cy="102885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DE" dirty="0"/>
          </a:p>
          <a:p>
            <a:endParaRPr lang="de-AT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1CA9FE1-0689-A397-1804-7157963128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9582282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9247598-2F32-BD41-0E7D-399852A65903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9276329" y="14605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63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10E931-E18B-C4B7-ED51-A3A08F11F9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44000" y="2791525"/>
            <a:ext cx="8289127" cy="6185366"/>
          </a:xfrm>
          <a:prstGeom prst="rect">
            <a:avLst/>
          </a:prstGeom>
        </p:spPr>
        <p:txBody>
          <a:bodyPr/>
          <a:lstStyle>
            <a:lvl1pPr marL="25400" indent="0" algn="ctr">
              <a:buClr>
                <a:schemeClr val="accent1"/>
              </a:buClr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de-DE" dirty="0"/>
              <a:t>Place </a:t>
            </a:r>
            <a:r>
              <a:rPr lang="de-DE" dirty="0" err="1"/>
              <a:t>diagram</a:t>
            </a:r>
            <a:r>
              <a:rPr lang="de-DE" dirty="0"/>
              <a:t>,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video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en-GB" dirty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D9B64D13-11E1-DF56-43D8-3FF899C862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7975599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2366899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63603" y="2792495"/>
            <a:ext cx="3601929" cy="19241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6" name="Bildplatzhalter 2" descr="Place image here&#10;">
            <a:extLst>
              <a:ext uri="{FF2B5EF4-FFF2-40B4-BE49-F238E27FC236}">
                <a16:creationId xmlns:a16="http://schemas.microsoft.com/office/drawing/2014/main" id="{4FA143B5-F527-7B45-2E5E-E18F8718B0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63600" y="4975359"/>
            <a:ext cx="3601929" cy="19241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7" name="Bildplatzhalter 2" descr="Place image here&#10;">
            <a:extLst>
              <a:ext uri="{FF2B5EF4-FFF2-40B4-BE49-F238E27FC236}">
                <a16:creationId xmlns:a16="http://schemas.microsoft.com/office/drawing/2014/main" id="{F72675BE-FF2C-FD0B-FCAC-0C806F79DE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63065" y="7163490"/>
            <a:ext cx="3601929" cy="19241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25400" indent="0" algn="ctr">
              <a:buFontTx/>
              <a:buNone/>
              <a:defRPr sz="1600"/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0E63F8DD-A2D5-CF11-D45D-E9E327BA22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9458" y="2792493"/>
            <a:ext cx="12614939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1218957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Images /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A76C66DC-1434-4EBC-876D-89413B7F1C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05390" y="5885177"/>
            <a:ext cx="5309322" cy="3091714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 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  <p:sp>
        <p:nvSpPr>
          <p:cNvPr id="3" name="Bildplatzhalter 12">
            <a:extLst>
              <a:ext uri="{FF2B5EF4-FFF2-40B4-BE49-F238E27FC236}">
                <a16:creationId xmlns:a16="http://schemas.microsoft.com/office/drawing/2014/main" id="{0D6056E5-F4AA-C8C9-2A1D-4D972CE9F35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76371" y="2791524"/>
            <a:ext cx="5296552" cy="28273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4" name="Bildplatzhalter 12">
            <a:extLst>
              <a:ext uri="{FF2B5EF4-FFF2-40B4-BE49-F238E27FC236}">
                <a16:creationId xmlns:a16="http://schemas.microsoft.com/office/drawing/2014/main" id="{916A0E58-AEB3-024C-C7E3-9669AB142C9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89606" y="2791524"/>
            <a:ext cx="5296551" cy="28273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5" name="Bildplatzhalter 12">
            <a:extLst>
              <a:ext uri="{FF2B5EF4-FFF2-40B4-BE49-F238E27FC236}">
                <a16:creationId xmlns:a16="http://schemas.microsoft.com/office/drawing/2014/main" id="{F6E4012D-C2A3-114D-E6FA-8F787D3BF1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105390" y="2791524"/>
            <a:ext cx="5332464" cy="28273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FBC7F939-B2B3-F37D-0651-359C16148F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3601" y="5885177"/>
            <a:ext cx="5309322" cy="3091714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 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B17CED7-E4B6-9047-DA37-3304607E29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9606" y="5885177"/>
            <a:ext cx="5309322" cy="3091714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 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964336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Images /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3" name="Bildplatzhalter 12">
            <a:extLst>
              <a:ext uri="{FF2B5EF4-FFF2-40B4-BE49-F238E27FC236}">
                <a16:creationId xmlns:a16="http://schemas.microsoft.com/office/drawing/2014/main" id="{0D6056E5-F4AA-C8C9-2A1D-4D972CE9F35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76371" y="2791524"/>
            <a:ext cx="3633824" cy="2352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4" name="Bildplatzhalter 12">
            <a:extLst>
              <a:ext uri="{FF2B5EF4-FFF2-40B4-BE49-F238E27FC236}">
                <a16:creationId xmlns:a16="http://schemas.microsoft.com/office/drawing/2014/main" id="{916A0E58-AEB3-024C-C7E3-9669AB142C9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64380" y="2791524"/>
            <a:ext cx="3671233" cy="2352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5" name="Bildplatzhalter 12">
            <a:extLst>
              <a:ext uri="{FF2B5EF4-FFF2-40B4-BE49-F238E27FC236}">
                <a16:creationId xmlns:a16="http://schemas.microsoft.com/office/drawing/2014/main" id="{F6E4012D-C2A3-114D-E6FA-8F787D3BF1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52388" y="2791524"/>
            <a:ext cx="3658462" cy="2352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7" name="Bildplatzhalter 12">
            <a:extLst>
              <a:ext uri="{FF2B5EF4-FFF2-40B4-BE49-F238E27FC236}">
                <a16:creationId xmlns:a16="http://schemas.microsoft.com/office/drawing/2014/main" id="{6022E923-B867-C7D7-9F97-77B37EDEEB8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3764464" y="2779103"/>
            <a:ext cx="3658462" cy="2352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BB137F51-0597-F34F-22AB-8B699C223E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4464" y="5494073"/>
            <a:ext cx="3646594" cy="3385065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</a:t>
            </a:r>
          </a:p>
          <a:p>
            <a:pPr lvl="2"/>
            <a:r>
              <a:rPr lang="en-GB" noProof="0" dirty="0"/>
              <a:t>Edith text</a:t>
            </a:r>
          </a:p>
          <a:p>
            <a:pPr lvl="3"/>
            <a:r>
              <a:rPr lang="en-GB" noProof="0" dirty="0"/>
              <a:t>Edith text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5FD48129-9772-6B64-D7A2-08AD9F6F0C5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3601" y="5494073"/>
            <a:ext cx="3646594" cy="3385065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</a:t>
            </a:r>
          </a:p>
          <a:p>
            <a:pPr lvl="2"/>
            <a:r>
              <a:rPr lang="en-GB" noProof="0" dirty="0"/>
              <a:t>Edith text</a:t>
            </a:r>
          </a:p>
          <a:p>
            <a:pPr lvl="3"/>
            <a:r>
              <a:rPr lang="en-GB" noProof="0" dirty="0"/>
              <a:t>Edith text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8EBF542D-5E60-622A-3B34-D62D8249B21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64380" y="5494073"/>
            <a:ext cx="3646594" cy="3385065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</a:t>
            </a:r>
          </a:p>
          <a:p>
            <a:pPr lvl="2"/>
            <a:r>
              <a:rPr lang="en-GB" noProof="0" dirty="0"/>
              <a:t>Edith text</a:t>
            </a:r>
          </a:p>
          <a:p>
            <a:pPr lvl="3"/>
            <a:r>
              <a:rPr lang="en-GB" noProof="0" dirty="0"/>
              <a:t>Edith text</a:t>
            </a:r>
          </a:p>
        </p:txBody>
      </p:sp>
      <p:sp>
        <p:nvSpPr>
          <p:cNvPr id="17" name="Textplatzhalter 8">
            <a:extLst>
              <a:ext uri="{FF2B5EF4-FFF2-40B4-BE49-F238E27FC236}">
                <a16:creationId xmlns:a16="http://schemas.microsoft.com/office/drawing/2014/main" id="{913A734A-F548-D870-E8C6-7AB384D59E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52388" y="5494073"/>
            <a:ext cx="3646594" cy="3385065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</a:t>
            </a:r>
          </a:p>
          <a:p>
            <a:pPr lvl="2"/>
            <a:r>
              <a:rPr lang="en-GB" noProof="0" dirty="0"/>
              <a:t>Edith text</a:t>
            </a:r>
          </a:p>
          <a:p>
            <a:pPr lvl="3"/>
            <a:r>
              <a:rPr lang="en-GB" noProof="0" dirty="0"/>
              <a:t>Edith text</a:t>
            </a:r>
          </a:p>
        </p:txBody>
      </p:sp>
    </p:spTree>
    <p:extLst>
      <p:ext uri="{BB962C8B-B14F-4D97-AF65-F5344CB8AC3E}">
        <p14:creationId xmlns:p14="http://schemas.microsoft.com/office/powerpoint/2010/main" val="87997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Images /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3" name="Bildplatzhalter 12">
            <a:extLst>
              <a:ext uri="{FF2B5EF4-FFF2-40B4-BE49-F238E27FC236}">
                <a16:creationId xmlns:a16="http://schemas.microsoft.com/office/drawing/2014/main" id="{0D6056E5-F4AA-C8C9-2A1D-4D972CE9F35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6571" y="2791524"/>
            <a:ext cx="2844249" cy="2352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4" name="Bildplatzhalter 12">
            <a:extLst>
              <a:ext uri="{FF2B5EF4-FFF2-40B4-BE49-F238E27FC236}">
                <a16:creationId xmlns:a16="http://schemas.microsoft.com/office/drawing/2014/main" id="{916A0E58-AEB3-024C-C7E3-9669AB142C9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90364" y="2791524"/>
            <a:ext cx="2873530" cy="2352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5" name="Bildplatzhalter 12">
            <a:extLst>
              <a:ext uri="{FF2B5EF4-FFF2-40B4-BE49-F238E27FC236}">
                <a16:creationId xmlns:a16="http://schemas.microsoft.com/office/drawing/2014/main" id="{F6E4012D-C2A3-114D-E6FA-8F787D3BF1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723438" y="2791524"/>
            <a:ext cx="2863534" cy="2352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7" name="Bildplatzhalter 12">
            <a:extLst>
              <a:ext uri="{FF2B5EF4-FFF2-40B4-BE49-F238E27FC236}">
                <a16:creationId xmlns:a16="http://schemas.microsoft.com/office/drawing/2014/main" id="{6022E923-B867-C7D7-9F97-77B37EDEEB8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1146516" y="2779103"/>
            <a:ext cx="2863534" cy="2352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BB137F51-0597-F34F-22AB-8B699C223E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560865" y="5494073"/>
            <a:ext cx="2863534" cy="3385065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</a:t>
            </a:r>
          </a:p>
          <a:p>
            <a:pPr lvl="2"/>
            <a:r>
              <a:rPr lang="en-GB" noProof="0" dirty="0"/>
              <a:t>Edith text</a:t>
            </a:r>
          </a:p>
          <a:p>
            <a:pPr lvl="3"/>
            <a:r>
              <a:rPr lang="en-GB" noProof="0" dirty="0"/>
              <a:t>Edith text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5FD48129-9772-6B64-D7A2-08AD9F6F0C5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3601" y="5494073"/>
            <a:ext cx="2867219" cy="3385065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</a:t>
            </a:r>
          </a:p>
          <a:p>
            <a:pPr lvl="2"/>
            <a:r>
              <a:rPr lang="en-GB" noProof="0" dirty="0"/>
              <a:t>Edith text</a:t>
            </a:r>
          </a:p>
          <a:p>
            <a:pPr lvl="3"/>
            <a:r>
              <a:rPr lang="en-GB" noProof="0" dirty="0"/>
              <a:t>Edith text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8EBF542D-5E60-622A-3B34-D62D8249B21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90364" y="5494073"/>
            <a:ext cx="2873530" cy="3385065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</a:t>
            </a:r>
          </a:p>
          <a:p>
            <a:pPr lvl="2"/>
            <a:r>
              <a:rPr lang="en-GB" noProof="0" dirty="0"/>
              <a:t>Edith text</a:t>
            </a:r>
          </a:p>
          <a:p>
            <a:pPr lvl="3"/>
            <a:r>
              <a:rPr lang="en-GB" noProof="0" dirty="0"/>
              <a:t>Edith text</a:t>
            </a:r>
          </a:p>
        </p:txBody>
      </p:sp>
      <p:sp>
        <p:nvSpPr>
          <p:cNvPr id="17" name="Textplatzhalter 8">
            <a:extLst>
              <a:ext uri="{FF2B5EF4-FFF2-40B4-BE49-F238E27FC236}">
                <a16:creationId xmlns:a16="http://schemas.microsoft.com/office/drawing/2014/main" id="{913A734A-F548-D870-E8C6-7AB384D59E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719354" y="5494073"/>
            <a:ext cx="2863534" cy="3385065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</a:t>
            </a:r>
          </a:p>
          <a:p>
            <a:pPr lvl="2"/>
            <a:r>
              <a:rPr lang="en-GB" noProof="0" dirty="0"/>
              <a:t>Edith text</a:t>
            </a:r>
          </a:p>
          <a:p>
            <a:pPr lvl="3"/>
            <a:r>
              <a:rPr lang="en-GB" noProof="0" dirty="0"/>
              <a:t>Edith text</a:t>
            </a:r>
          </a:p>
        </p:txBody>
      </p:sp>
      <p:sp>
        <p:nvSpPr>
          <p:cNvPr id="6" name="Bildplatzhalter 12">
            <a:extLst>
              <a:ext uri="{FF2B5EF4-FFF2-40B4-BE49-F238E27FC236}">
                <a16:creationId xmlns:a16="http://schemas.microsoft.com/office/drawing/2014/main" id="{CA1BCBDF-0677-2E2F-965F-F88B58F9305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4569593" y="2791524"/>
            <a:ext cx="2863534" cy="2352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355600" marR="0" indent="-3302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AT" dirty="0"/>
              <a:t>Place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here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F76EB124-363A-0C9D-C0E2-A569552883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146516" y="5494073"/>
            <a:ext cx="2863534" cy="3385065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</a:t>
            </a:r>
          </a:p>
          <a:p>
            <a:pPr lvl="2"/>
            <a:r>
              <a:rPr lang="en-GB" noProof="0" dirty="0"/>
              <a:t>Edith text</a:t>
            </a:r>
          </a:p>
          <a:p>
            <a:pPr lvl="3"/>
            <a:r>
              <a:rPr lang="en-GB" noProof="0" dirty="0"/>
              <a:t>Edith text</a:t>
            </a:r>
          </a:p>
        </p:txBody>
      </p:sp>
    </p:spTree>
    <p:extLst>
      <p:ext uri="{BB962C8B-B14F-4D97-AF65-F5344CB8AC3E}">
        <p14:creationId xmlns:p14="http://schemas.microsoft.com/office/powerpoint/2010/main" val="1317274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2D Pattern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6E30F28-2057-864C-1284-D5C7D3ADDE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96500" y="0"/>
            <a:ext cx="8191500" cy="445770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4996694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3" name="Textplatzhalter 8">
            <a:extLst>
              <a:ext uri="{FF2B5EF4-FFF2-40B4-BE49-F238E27FC236}">
                <a16:creationId xmlns:a16="http://schemas.microsoft.com/office/drawing/2014/main" id="{10408813-D555-D3D1-0ECB-3BEE50FB7B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16566098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2816786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2D Patter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04C3ADA0-872F-EDC1-BD06-319E3A4E15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573250" y="0"/>
            <a:ext cx="3714750" cy="1028700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7237828" y="4996694"/>
            <a:ext cx="1805145" cy="2952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3709649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3709647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3" name="Textplatzhalter 8">
            <a:extLst>
              <a:ext uri="{FF2B5EF4-FFF2-40B4-BE49-F238E27FC236}">
                <a16:creationId xmlns:a16="http://schemas.microsoft.com/office/drawing/2014/main" id="{160A6001-6B71-8140-7A84-5CDEB02BE2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13709647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3455175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3D Pattern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EB227BD-8ED8-B7AB-A548-47CEF2B0F1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7237828" y="4996694"/>
            <a:ext cx="1805145" cy="2952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3709649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3709647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3" name="Textplatzhalter 8">
            <a:extLst>
              <a:ext uri="{FF2B5EF4-FFF2-40B4-BE49-F238E27FC236}">
                <a16:creationId xmlns:a16="http://schemas.microsoft.com/office/drawing/2014/main" id="{371C2179-8526-370C-C24E-0FEB123CF7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13709649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4264416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3D Patter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A869B165-581A-900B-C65B-EF4C8D6AE4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7178900" y="5083200"/>
            <a:ext cx="1923001" cy="2952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3709649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3709647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3" name="Textplatzhalter 8">
            <a:extLst>
              <a:ext uri="{FF2B5EF4-FFF2-40B4-BE49-F238E27FC236}">
                <a16:creationId xmlns:a16="http://schemas.microsoft.com/office/drawing/2014/main" id="{D1CCD591-7C65-DD81-2301-1724E4736E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3601" y="2792493"/>
            <a:ext cx="13709649" cy="6185367"/>
          </a:xfrm>
          <a:prstGeom prst="rect">
            <a:avLst/>
          </a:prstGeom>
        </p:spPr>
        <p:txBody>
          <a:bodyPr lIns="0" tIns="0" rIns="0" bIns="0"/>
          <a:lstStyle>
            <a:lvl1pPr marL="355600" indent="-35560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/>
              <a:defRPr sz="2200"/>
            </a:lvl1pPr>
            <a:lvl2pPr marL="711200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2pPr>
            <a:lvl3pPr marL="1079500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Edith text row 3</a:t>
            </a:r>
          </a:p>
          <a:p>
            <a:pPr lvl="3"/>
            <a:r>
              <a:rPr lang="en-GB" noProof="0" dirty="0"/>
              <a:t>Edith text row 4</a:t>
            </a:r>
          </a:p>
          <a:p>
            <a:pPr lvl="4"/>
            <a:r>
              <a:rPr lang="en-GB" noProof="0" dirty="0"/>
              <a:t>Edith text row 5</a:t>
            </a:r>
          </a:p>
        </p:txBody>
      </p:sp>
    </p:spTree>
    <p:extLst>
      <p:ext uri="{BB962C8B-B14F-4D97-AF65-F5344CB8AC3E}">
        <p14:creationId xmlns:p14="http://schemas.microsoft.com/office/powerpoint/2010/main" val="911282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35889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 + identifier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12FBCD6-0959-4E46-BAC0-3180DB64E505}"/>
              </a:ext>
            </a:extLst>
          </p:cNvPr>
          <p:cNvSpPr txBox="1"/>
          <p:nvPr userDrawn="1"/>
        </p:nvSpPr>
        <p:spPr>
          <a:xfrm>
            <a:off x="0" y="-872205"/>
            <a:ext cx="18288000" cy="855266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6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in combination with A1 Logo.</a:t>
            </a:r>
            <a:endParaRPr lang="de-AT" sz="2400" b="1" dirty="0">
              <a:solidFill>
                <a:schemeClr val="bg2"/>
              </a:solidFill>
              <a:latin typeface="Verdana"/>
              <a:cs typeface="Verdana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B57F805-7483-4615-B861-96A44E4417F6}"/>
              </a:ext>
            </a:extLst>
          </p:cNvPr>
          <p:cNvSpPr txBox="1"/>
          <p:nvPr userDrawn="1"/>
        </p:nvSpPr>
        <p:spPr>
          <a:xfrm rot="16200000">
            <a:off x="13532912" y="4772017"/>
            <a:ext cx="10288586" cy="744542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in combination with A1 Logo.</a:t>
            </a:r>
            <a:endParaRPr lang="de-AT" sz="2200" b="1" dirty="0">
              <a:solidFill>
                <a:schemeClr val="bg2"/>
              </a:solidFill>
              <a:latin typeface="+mn-lt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747384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ark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63600" y="3915325"/>
            <a:ext cx="16566100" cy="2106391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baseline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Placeholder</a:t>
            </a:r>
            <a:br>
              <a:rPr lang="en-GB" dirty="0"/>
            </a:br>
            <a:r>
              <a:rPr lang="en-GB" dirty="0"/>
              <a:t>Presentation title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862687" y="6021717"/>
            <a:ext cx="16567011" cy="3074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bg1"/>
              </a:buClr>
              <a:buFontTx/>
              <a:buNone/>
              <a:defRPr sz="1600" baseline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DD month YYYY, Name and Surname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ark Background in Bo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08FBC68-127C-44DD-662C-BB9A373585EC}"/>
              </a:ext>
            </a:extLst>
          </p:cNvPr>
          <p:cNvSpPr/>
          <p:nvPr userDrawn="1"/>
        </p:nvSpPr>
        <p:spPr>
          <a:xfrm>
            <a:off x="2073914" y="3458899"/>
            <a:ext cx="14197347" cy="416745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>
            <a:outerShdw blurRad="190500" dist="190500" dir="2700000" algn="tl" rotWithShape="0">
              <a:prstClr val="black">
                <a:alpha val="25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2073914" y="3458899"/>
            <a:ext cx="14197347" cy="4167452"/>
          </a:xfrm>
          <a:prstGeom prst="rect">
            <a:avLst/>
          </a:prstGeom>
        </p:spPr>
        <p:txBody>
          <a:bodyPr lIns="720000" tIns="720000" rIns="720000" bIns="72000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0" baseline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Placeholder</a:t>
            </a:r>
            <a:br>
              <a:rPr lang="en-GB" dirty="0"/>
            </a:br>
            <a:r>
              <a:rPr lang="en-GB" dirty="0"/>
              <a:t>Presentation title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A42B640-468B-E2BB-8BA0-5DAA188497FB}"/>
              </a:ext>
            </a:extLst>
          </p:cNvPr>
          <p:cNvSpPr/>
          <p:nvPr userDrawn="1"/>
        </p:nvSpPr>
        <p:spPr>
          <a:xfrm>
            <a:off x="11620500" y="6859869"/>
            <a:ext cx="5797550" cy="1859430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  <a:effectLst>
            <a:outerShdw blurRad="190500" dist="190500" dir="2700000" algn="tl" rotWithShape="0">
              <a:schemeClr val="accent1">
                <a:alpha val="25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Tx/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1620499" y="6859869"/>
            <a:ext cx="5797550" cy="1859430"/>
          </a:xfrm>
          <a:prstGeom prst="rect">
            <a:avLst/>
          </a:prstGeom>
        </p:spPr>
        <p:txBody>
          <a:bodyPr lIns="360000" tIns="360000" rIns="360000" bIns="360000" anchor="ctr"/>
          <a:lstStyle>
            <a:lvl1pPr marL="0" indent="0">
              <a:buClr>
                <a:schemeClr val="bg1"/>
              </a:buClr>
              <a:buFontTx/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DD month YYYY, </a:t>
            </a:r>
            <a:br>
              <a:rPr lang="en-GB" dirty="0"/>
            </a:br>
            <a:r>
              <a:rPr lang="en-GB" dirty="0"/>
              <a:t>Name and Surname</a:t>
            </a:r>
          </a:p>
        </p:txBody>
      </p:sp>
    </p:spTree>
    <p:extLst>
      <p:ext uri="{BB962C8B-B14F-4D97-AF65-F5344CB8AC3E}">
        <p14:creationId xmlns:p14="http://schemas.microsoft.com/office/powerpoint/2010/main" val="16383002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ox Dark Background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08FBC68-127C-44DD-662C-BB9A373585EC}"/>
              </a:ext>
            </a:extLst>
          </p:cNvPr>
          <p:cNvSpPr/>
          <p:nvPr userDrawn="1"/>
        </p:nvSpPr>
        <p:spPr>
          <a:xfrm>
            <a:off x="2073914" y="3458899"/>
            <a:ext cx="14197347" cy="4167452"/>
          </a:xfrm>
          <a:prstGeom prst="rect">
            <a:avLst/>
          </a:prstGeom>
          <a:solidFill>
            <a:schemeClr val="bg2">
              <a:alpha val="30000"/>
            </a:schemeClr>
          </a:solidFill>
          <a:ln>
            <a:noFill/>
          </a:ln>
          <a:effectLst>
            <a:outerShdw blurRad="190500" dist="190500" dir="2700000" algn="tl" rotWithShape="0">
              <a:schemeClr val="tx1">
                <a:alpha val="25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2"/>
              </a:solidFill>
            </a:endParaRP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2073914" y="3458899"/>
            <a:ext cx="14197347" cy="4167452"/>
          </a:xfrm>
          <a:prstGeom prst="rect">
            <a:avLst/>
          </a:prstGeom>
        </p:spPr>
        <p:txBody>
          <a:bodyPr lIns="720000" tIns="720000" rIns="720000" bIns="72000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Placeholder</a:t>
            </a:r>
            <a:br>
              <a:rPr lang="en-GB" dirty="0"/>
            </a:br>
            <a:r>
              <a:rPr lang="en-GB" dirty="0"/>
              <a:t>Presentation title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A42B640-468B-E2BB-8BA0-5DAA188497FB}"/>
              </a:ext>
            </a:extLst>
          </p:cNvPr>
          <p:cNvSpPr/>
          <p:nvPr userDrawn="1"/>
        </p:nvSpPr>
        <p:spPr>
          <a:xfrm>
            <a:off x="11620500" y="6859869"/>
            <a:ext cx="5797550" cy="185943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  <a:effectLst>
            <a:outerShdw blurRad="190500" dist="190500" dir="2700000" algn="tl" rotWithShape="0">
              <a:schemeClr val="tx2">
                <a:alpha val="25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Tx/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1620499" y="6859869"/>
            <a:ext cx="5797550" cy="1859430"/>
          </a:xfrm>
          <a:prstGeom prst="rect">
            <a:avLst/>
          </a:prstGeom>
          <a:noFill/>
        </p:spPr>
        <p:txBody>
          <a:bodyPr lIns="360000" tIns="360000" rIns="360000" bIns="360000" anchor="ctr"/>
          <a:lstStyle>
            <a:lvl1pPr marL="0" indent="0">
              <a:buClr>
                <a:schemeClr val="bg1"/>
              </a:buClr>
              <a:buFontTx/>
              <a:buNone/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DD month YYYY, </a:t>
            </a:r>
            <a:br>
              <a:rPr lang="en-GB" dirty="0"/>
            </a:br>
            <a:r>
              <a:rPr lang="en-GB" dirty="0"/>
              <a:t>Name and Surname</a:t>
            </a:r>
          </a:p>
        </p:txBody>
      </p:sp>
    </p:spTree>
    <p:extLst>
      <p:ext uri="{BB962C8B-B14F-4D97-AF65-F5344CB8AC3E}">
        <p14:creationId xmlns:p14="http://schemas.microsoft.com/office/powerpoint/2010/main" val="28417257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2E9D76F5-2DCA-8132-83A9-007D6FF5FD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3600" y="3915325"/>
            <a:ext cx="16566100" cy="2106391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Placeholder</a:t>
            </a:r>
            <a:br>
              <a:rPr lang="en-GB" dirty="0"/>
            </a:br>
            <a:r>
              <a:rPr lang="en-GB" dirty="0"/>
              <a:t>Presentation title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12F92F-0B7C-7165-ADAB-53A71813F3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687" y="6021717"/>
            <a:ext cx="16567011" cy="3074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bg1"/>
              </a:buClr>
              <a:buFontTx/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DD month YYYY, Name and Surname </a:t>
            </a:r>
          </a:p>
        </p:txBody>
      </p:sp>
    </p:spTree>
    <p:extLst>
      <p:ext uri="{BB962C8B-B14F-4D97-AF65-F5344CB8AC3E}">
        <p14:creationId xmlns:p14="http://schemas.microsoft.com/office/powerpoint/2010/main" val="2875176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NLY FTTH communica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63600" y="3915325"/>
            <a:ext cx="16566100" cy="2106391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baseline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Placeholder Presentation title - Usage ONLY for FTTH communication.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862687" y="6021717"/>
            <a:ext cx="16567011" cy="3074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bg1"/>
              </a:buClr>
              <a:buFontTx/>
              <a:buNone/>
              <a:defRPr sz="1600" baseline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DD month YYYY, Name and Surname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26357BA-6420-4993-A01F-9C56ECFDD377}"/>
              </a:ext>
            </a:extLst>
          </p:cNvPr>
          <p:cNvSpPr txBox="1"/>
          <p:nvPr userDrawn="1"/>
        </p:nvSpPr>
        <p:spPr>
          <a:xfrm>
            <a:off x="0" y="-861425"/>
            <a:ext cx="18288000" cy="855266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6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FTTH communication.</a:t>
            </a:r>
            <a:endParaRPr lang="de-AT" sz="2400" b="1" dirty="0">
              <a:solidFill>
                <a:schemeClr val="bg2"/>
              </a:solidFill>
              <a:latin typeface="Verdana"/>
              <a:cs typeface="Verdana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D5CEC4F-A5DF-4AE5-A59D-170420149A51}"/>
              </a:ext>
            </a:extLst>
          </p:cNvPr>
          <p:cNvSpPr txBox="1"/>
          <p:nvPr userDrawn="1"/>
        </p:nvSpPr>
        <p:spPr>
          <a:xfrm rot="16200000">
            <a:off x="13567218" y="4730401"/>
            <a:ext cx="10288586" cy="827773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FTTH communication.</a:t>
            </a:r>
            <a:endParaRPr lang="de-AT" sz="3200" b="1" dirty="0">
              <a:solidFill>
                <a:schemeClr val="bg2"/>
              </a:solidFill>
              <a:latin typeface="+mn-lt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3841183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ox - ONLY FTTH communic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08FBC68-127C-44DD-662C-BB9A373585EC}"/>
              </a:ext>
            </a:extLst>
          </p:cNvPr>
          <p:cNvSpPr/>
          <p:nvPr userDrawn="1"/>
        </p:nvSpPr>
        <p:spPr>
          <a:xfrm>
            <a:off x="2073914" y="3458899"/>
            <a:ext cx="14197347" cy="4167452"/>
          </a:xfrm>
          <a:prstGeom prst="rect">
            <a:avLst/>
          </a:prstGeom>
          <a:solidFill>
            <a:schemeClr val="bg2">
              <a:alpha val="30000"/>
            </a:schemeClr>
          </a:solidFill>
          <a:ln>
            <a:noFill/>
          </a:ln>
          <a:effectLst>
            <a:outerShdw blurRad="190500" dist="190500" dir="2700000" algn="tl" rotWithShape="0">
              <a:schemeClr val="tx1">
                <a:alpha val="25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2"/>
              </a:solidFill>
            </a:endParaRP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2073914" y="3458899"/>
            <a:ext cx="14197347" cy="4167452"/>
          </a:xfrm>
          <a:prstGeom prst="rect">
            <a:avLst/>
          </a:prstGeom>
        </p:spPr>
        <p:txBody>
          <a:bodyPr lIns="720000" tIns="720000" rIns="720000" bIns="72000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Placeholder Presentation title - </a:t>
            </a:r>
            <a:r>
              <a:rPr lang="en-US" dirty="0"/>
              <a:t>Usage ONLY for FTTH communication</a:t>
            </a:r>
            <a:r>
              <a:rPr lang="en-GB" dirty="0"/>
              <a:t>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A42B640-468B-E2BB-8BA0-5DAA188497FB}"/>
              </a:ext>
            </a:extLst>
          </p:cNvPr>
          <p:cNvSpPr/>
          <p:nvPr userDrawn="1"/>
        </p:nvSpPr>
        <p:spPr>
          <a:xfrm>
            <a:off x="11620500" y="6859869"/>
            <a:ext cx="5797550" cy="185943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  <a:effectLst>
            <a:outerShdw blurRad="190500" dist="190500" dir="2700000" algn="tl" rotWithShape="0">
              <a:schemeClr val="tx2">
                <a:alpha val="25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Tx/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1620499" y="6859869"/>
            <a:ext cx="5797550" cy="1859430"/>
          </a:xfrm>
          <a:prstGeom prst="rect">
            <a:avLst/>
          </a:prstGeom>
          <a:noFill/>
        </p:spPr>
        <p:txBody>
          <a:bodyPr lIns="360000" tIns="360000" rIns="360000" bIns="360000" anchor="ctr"/>
          <a:lstStyle>
            <a:lvl1pPr marL="0" indent="0">
              <a:buClr>
                <a:schemeClr val="bg1"/>
              </a:buClr>
              <a:buFontTx/>
              <a:buNone/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DD month YYYY, </a:t>
            </a:r>
            <a:br>
              <a:rPr lang="en-GB" dirty="0"/>
            </a:br>
            <a:r>
              <a:rPr lang="en-GB" dirty="0"/>
              <a:t>Name and Surname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A1D2785-153E-CABE-5568-E39F6833A1D4}"/>
              </a:ext>
            </a:extLst>
          </p:cNvPr>
          <p:cNvSpPr txBox="1"/>
          <p:nvPr userDrawn="1"/>
        </p:nvSpPr>
        <p:spPr>
          <a:xfrm>
            <a:off x="0" y="-861425"/>
            <a:ext cx="18288000" cy="855266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6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FTTH communication.</a:t>
            </a:r>
            <a:endParaRPr lang="de-AT" sz="2400" b="1" dirty="0">
              <a:solidFill>
                <a:schemeClr val="bg2"/>
              </a:solidFill>
              <a:latin typeface="Verdana"/>
              <a:cs typeface="Verdana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F63A03-65BF-098F-1B26-50142F94B186}"/>
              </a:ext>
            </a:extLst>
          </p:cNvPr>
          <p:cNvSpPr txBox="1"/>
          <p:nvPr userDrawn="1"/>
        </p:nvSpPr>
        <p:spPr>
          <a:xfrm rot="16200000">
            <a:off x="13567218" y="4730401"/>
            <a:ext cx="10288586" cy="827773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FTTH communication.</a:t>
            </a:r>
            <a:endParaRPr lang="de-AT" sz="3200" b="1" dirty="0">
              <a:solidFill>
                <a:schemeClr val="bg2"/>
              </a:solidFill>
              <a:latin typeface="+mn-lt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6708786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16684663" y="1308136"/>
            <a:ext cx="2911476" cy="2952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900" b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900" b="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900" b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12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69761A85-8E7E-2113-7C44-774BCEB75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20471" y="2348592"/>
            <a:ext cx="15030516" cy="100205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/>
              <a:defRPr sz="2200"/>
            </a:lvl1pPr>
            <a:lvl2pPr marL="368300" indent="0" defTabSz="720000"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180000" algn="l"/>
              </a:tabLst>
              <a:defRPr sz="2200"/>
            </a:lvl2pPr>
            <a:lvl3pPr marL="723900" indent="0" defTabSz="720000"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</p:txBody>
      </p:sp>
      <p:sp>
        <p:nvSpPr>
          <p:cNvPr id="38" name="Textplatzhalter 8">
            <a:extLst>
              <a:ext uri="{FF2B5EF4-FFF2-40B4-BE49-F238E27FC236}">
                <a16:creationId xmlns:a16="http://schemas.microsoft.com/office/drawing/2014/main" id="{84DD7906-E223-F05D-2A8A-BD1706C85A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20471" y="3521022"/>
            <a:ext cx="15030516" cy="9553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/>
              <a:defRPr sz="2200"/>
            </a:lvl1pPr>
            <a:lvl2pPr marL="368300" indent="0" defTabSz="720000"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180000" algn="l"/>
              </a:tabLst>
              <a:defRPr sz="2200"/>
            </a:lvl2pPr>
            <a:lvl3pPr marL="723900" indent="0" defTabSz="720000"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</p:txBody>
      </p:sp>
      <p:sp>
        <p:nvSpPr>
          <p:cNvPr id="39" name="Textplatzhalter 8">
            <a:extLst>
              <a:ext uri="{FF2B5EF4-FFF2-40B4-BE49-F238E27FC236}">
                <a16:creationId xmlns:a16="http://schemas.microsoft.com/office/drawing/2014/main" id="{78139B13-1A87-71C7-1909-026CCC1A0A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20471" y="4646790"/>
            <a:ext cx="15030516" cy="95434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/>
              <a:defRPr sz="2200"/>
            </a:lvl1pPr>
            <a:lvl2pPr marL="368300" indent="0" defTabSz="720000"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180000" algn="l"/>
              </a:tabLst>
              <a:defRPr sz="2200"/>
            </a:lvl2pPr>
            <a:lvl3pPr marL="723900" indent="0" defTabSz="720000"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</p:txBody>
      </p:sp>
      <p:sp>
        <p:nvSpPr>
          <p:cNvPr id="40" name="Textplatzhalter 8">
            <a:extLst>
              <a:ext uri="{FF2B5EF4-FFF2-40B4-BE49-F238E27FC236}">
                <a16:creationId xmlns:a16="http://schemas.microsoft.com/office/drawing/2014/main" id="{DBADFC93-77AD-41C5-7F29-E942A2C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20471" y="5773608"/>
            <a:ext cx="15030516" cy="95434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/>
              <a:defRPr sz="2200"/>
            </a:lvl1pPr>
            <a:lvl2pPr marL="368300" indent="0" defTabSz="720000"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180000" algn="l"/>
              </a:tabLst>
              <a:defRPr sz="2200"/>
            </a:lvl2pPr>
            <a:lvl3pPr marL="723900" indent="0" defTabSz="720000"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</p:txBody>
      </p:sp>
      <p:sp>
        <p:nvSpPr>
          <p:cNvPr id="41" name="Textplatzhalter 8">
            <a:extLst>
              <a:ext uri="{FF2B5EF4-FFF2-40B4-BE49-F238E27FC236}">
                <a16:creationId xmlns:a16="http://schemas.microsoft.com/office/drawing/2014/main" id="{C0CA2230-5AD7-A6AB-DD99-8B2FD5881FB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20471" y="6899372"/>
            <a:ext cx="15030516" cy="9543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/>
              <a:defRPr sz="2200"/>
            </a:lvl1pPr>
            <a:lvl2pPr marL="368300" indent="0" defTabSz="720000"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180000" algn="l"/>
              </a:tabLst>
              <a:defRPr sz="2200"/>
            </a:lvl2pPr>
            <a:lvl3pPr marL="723900" indent="0" defTabSz="720000"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</p:txBody>
      </p:sp>
      <p:sp>
        <p:nvSpPr>
          <p:cNvPr id="42" name="Textplatzhalter 8">
            <a:extLst>
              <a:ext uri="{FF2B5EF4-FFF2-40B4-BE49-F238E27FC236}">
                <a16:creationId xmlns:a16="http://schemas.microsoft.com/office/drawing/2014/main" id="{D518B7FF-06F4-A9B1-D1FB-D34F4DC1A8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0471" y="8025140"/>
            <a:ext cx="15030516" cy="95434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defTabSz="72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/>
              <a:defRPr sz="2200"/>
            </a:lvl1pPr>
            <a:lvl2pPr marL="368300" indent="0" defTabSz="720000"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180000" algn="l"/>
              </a:tabLst>
              <a:defRPr sz="2200"/>
            </a:lvl2pPr>
            <a:lvl3pPr marL="723900" indent="0" defTabSz="720000"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180000" algn="l"/>
              </a:tabLst>
              <a:defRPr sz="2200"/>
            </a:lvl3pPr>
            <a:lvl4pPr marL="1406524" indent="-3429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4pPr>
            <a:lvl5pPr marL="1800226" indent="-355600" defTabSz="7200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tabLst>
                <a:tab pos="180000" algn="l"/>
              </a:tabLst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78BE945-FD7E-A636-CA72-9C8FDC3C456E}"/>
              </a:ext>
            </a:extLst>
          </p:cNvPr>
          <p:cNvSpPr txBox="1"/>
          <p:nvPr userDrawn="1"/>
        </p:nvSpPr>
        <p:spPr>
          <a:xfrm>
            <a:off x="0" y="-878359"/>
            <a:ext cx="18288000" cy="855266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6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advanced presentation.</a:t>
            </a:r>
            <a:endParaRPr lang="de-AT" sz="2400" b="1" dirty="0">
              <a:solidFill>
                <a:schemeClr val="bg2"/>
              </a:solidFill>
              <a:latin typeface="Verdana"/>
              <a:cs typeface="Verdana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5B81C05-1D52-057C-5008-3D66A13B9E09}"/>
              </a:ext>
            </a:extLst>
          </p:cNvPr>
          <p:cNvSpPr txBox="1"/>
          <p:nvPr userDrawn="1"/>
        </p:nvSpPr>
        <p:spPr>
          <a:xfrm rot="16200000">
            <a:off x="13584152" y="4730401"/>
            <a:ext cx="10288586" cy="827773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advanced presentation.</a:t>
            </a:r>
            <a:endParaRPr lang="de-AT" sz="2000" b="1" dirty="0">
              <a:solidFill>
                <a:schemeClr val="bg2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22035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Image Circle /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863603" y="9448809"/>
            <a:ext cx="614250" cy="59064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12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‹#›</a:t>
            </a:fld>
            <a:endParaRPr lang="en-US" sz="1200" b="1" dirty="0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7851" y="9448809"/>
            <a:ext cx="15127931" cy="5904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Country | Name Surname | Presentation</a:t>
            </a:r>
            <a:endParaRPr lang="en-GB" sz="1200" noProof="0" dirty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32FECBC-880E-4514-9C5C-86881D49E550}"/>
              </a:ext>
            </a:extLst>
          </p:cNvPr>
          <p:cNvSpPr/>
          <p:nvPr/>
        </p:nvSpPr>
        <p:spPr>
          <a:xfrm>
            <a:off x="8080974" y="4842278"/>
            <a:ext cx="916976" cy="10428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7200"/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6116" y="9385127"/>
            <a:ext cx="598819" cy="613125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F15FD94B-3889-0D3D-922A-1DE66B72F58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718262" y="2717903"/>
            <a:ext cx="3600000" cy="360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25400" indent="0" algn="ctr">
              <a:buClr>
                <a:schemeClr val="accent1"/>
              </a:buClr>
              <a:buFont typeface="Wingdings" panose="05000000000000000000" pitchFamily="2" charset="2"/>
              <a:buNone/>
              <a:defRPr sz="1600"/>
            </a:lvl1pPr>
          </a:lstStyle>
          <a:p>
            <a:r>
              <a:rPr lang="en-GB" noProof="0" dirty="0"/>
              <a:t>Place image here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874EBED5-77C6-2891-D2B5-FE77E85AA3C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344000" y="2717903"/>
            <a:ext cx="3600000" cy="360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25400" indent="0" algn="ctr">
              <a:buClr>
                <a:schemeClr val="accent1"/>
              </a:buClr>
              <a:buFont typeface="Wingdings" panose="05000000000000000000" pitchFamily="2" charset="2"/>
              <a:buNone/>
              <a:defRPr sz="1600"/>
            </a:lvl1pPr>
          </a:lstStyle>
          <a:p>
            <a:r>
              <a:rPr lang="en-GB" noProof="0" dirty="0"/>
              <a:t>Place image here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9B2DD5CF-3717-78CF-3122-693BDC35183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2969738" y="2717903"/>
            <a:ext cx="3600000" cy="360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25400" indent="0" algn="ctr">
              <a:buClr>
                <a:schemeClr val="accent1"/>
              </a:buClr>
              <a:buFont typeface="Wingdings" panose="05000000000000000000" pitchFamily="2" charset="2"/>
              <a:buNone/>
              <a:defRPr sz="1600"/>
            </a:lvl1pPr>
          </a:lstStyle>
          <a:p>
            <a:r>
              <a:rPr lang="en-GB" noProof="0" dirty="0"/>
              <a:t>Place image here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16" name="Inhaltsplatzhalter 14">
            <a:extLst>
              <a:ext uri="{FF2B5EF4-FFF2-40B4-BE49-F238E27FC236}">
                <a16:creationId xmlns:a16="http://schemas.microsoft.com/office/drawing/2014/main" id="{01C15310-D26B-BC86-CE34-F7AC1569CC8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72069" y="6494041"/>
            <a:ext cx="5309322" cy="2482850"/>
          </a:xfrm>
          <a:prstGeom prst="rect">
            <a:avLst/>
          </a:prstGeom>
        </p:spPr>
        <p:txBody>
          <a:bodyPr/>
          <a:lstStyle>
            <a:lvl1pPr marL="355600" indent="-3302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28750" indent="-365126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 dirty="0"/>
              <a:t>Edit text</a:t>
            </a:r>
          </a:p>
          <a:p>
            <a:pPr lvl="1"/>
            <a:r>
              <a:rPr lang="en-GB" noProof="0" dirty="0"/>
              <a:t>Edit text row 2</a:t>
            </a:r>
          </a:p>
          <a:p>
            <a:pPr lvl="2"/>
            <a:r>
              <a:rPr lang="en-GB" noProof="0" dirty="0"/>
              <a:t>Edit text row 3 </a:t>
            </a:r>
          </a:p>
          <a:p>
            <a:pPr lvl="3"/>
            <a:r>
              <a:rPr lang="en-GB" noProof="0" dirty="0"/>
              <a:t>Edit text row 4</a:t>
            </a:r>
          </a:p>
          <a:p>
            <a:pPr lvl="4"/>
            <a:r>
              <a:rPr lang="en-GB" noProof="0" dirty="0"/>
              <a:t>Edit text row 5</a:t>
            </a:r>
          </a:p>
        </p:txBody>
      </p:sp>
      <p:sp>
        <p:nvSpPr>
          <p:cNvPr id="21" name="Inhaltsplatzhalter 14">
            <a:extLst>
              <a:ext uri="{FF2B5EF4-FFF2-40B4-BE49-F238E27FC236}">
                <a16:creationId xmlns:a16="http://schemas.microsoft.com/office/drawing/2014/main" id="{2D046621-F8DA-1EA5-E7C1-3DEFB981B89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89339" y="6494041"/>
            <a:ext cx="5309322" cy="2482850"/>
          </a:xfrm>
          <a:prstGeom prst="rect">
            <a:avLst/>
          </a:prstGeom>
        </p:spPr>
        <p:txBody>
          <a:bodyPr/>
          <a:lstStyle>
            <a:lvl1pPr marL="355600" indent="-3302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28750" indent="-365126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 text row 3 </a:t>
            </a:r>
          </a:p>
          <a:p>
            <a:pPr lvl="3"/>
            <a:r>
              <a:rPr lang="en-GB" noProof="0"/>
              <a:t>Edit text row 4</a:t>
            </a:r>
          </a:p>
          <a:p>
            <a:pPr lvl="4"/>
            <a:r>
              <a:rPr lang="en-GB" noProof="0"/>
              <a:t>Edit text row 5</a:t>
            </a:r>
          </a:p>
        </p:txBody>
      </p:sp>
      <p:sp>
        <p:nvSpPr>
          <p:cNvPr id="22" name="Inhaltsplatzhalter 14">
            <a:extLst>
              <a:ext uri="{FF2B5EF4-FFF2-40B4-BE49-F238E27FC236}">
                <a16:creationId xmlns:a16="http://schemas.microsoft.com/office/drawing/2014/main" id="{241FEFAA-9BA5-9A51-DD44-A5A1096CDE79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12123805" y="6494041"/>
            <a:ext cx="5309322" cy="2482850"/>
          </a:xfrm>
          <a:prstGeom prst="rect">
            <a:avLst/>
          </a:prstGeom>
        </p:spPr>
        <p:txBody>
          <a:bodyPr/>
          <a:lstStyle>
            <a:lvl1pPr marL="355600" indent="-3302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1pPr>
            <a:lvl2pPr marL="717550" indent="-34925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2pPr>
            <a:lvl3pPr marL="1079500" indent="-3556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3pPr>
            <a:lvl4pPr marL="1428750" indent="-365126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4pPr>
            <a:lvl5pPr marL="1800226" indent="-355600">
              <a:buClr>
                <a:schemeClr val="accent1"/>
              </a:buClr>
              <a:buSzPct val="125000"/>
              <a:buFont typeface="Arial" panose="020B0604020202020204" pitchFamily="34" charset="0"/>
              <a:buChar char="•"/>
              <a:defRPr sz="2200"/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 text row 3 </a:t>
            </a:r>
          </a:p>
          <a:p>
            <a:pPr lvl="3"/>
            <a:r>
              <a:rPr lang="en-GB" noProof="0"/>
              <a:t>Edit text row 4</a:t>
            </a:r>
          </a:p>
          <a:p>
            <a:pPr lvl="4"/>
            <a:r>
              <a:rPr lang="en-GB" noProof="0"/>
              <a:t>Edit text row 5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2953E63-16CA-7EC8-EB81-16815B29E2D3}"/>
              </a:ext>
            </a:extLst>
          </p:cNvPr>
          <p:cNvSpPr txBox="1"/>
          <p:nvPr userDrawn="1"/>
        </p:nvSpPr>
        <p:spPr>
          <a:xfrm>
            <a:off x="0" y="-878359"/>
            <a:ext cx="18288000" cy="855266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6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advanced presentation.</a:t>
            </a:r>
            <a:endParaRPr lang="de-AT" sz="2400" b="1" dirty="0">
              <a:solidFill>
                <a:schemeClr val="bg2"/>
              </a:solidFill>
              <a:latin typeface="Verdana"/>
              <a:cs typeface="Verdana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0D9604F-A68F-AD84-D69C-AF359C129503}"/>
              </a:ext>
            </a:extLst>
          </p:cNvPr>
          <p:cNvSpPr txBox="1"/>
          <p:nvPr userDrawn="1"/>
        </p:nvSpPr>
        <p:spPr>
          <a:xfrm rot="16200000">
            <a:off x="13584152" y="4730401"/>
            <a:ext cx="10288586" cy="827773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advanced presentation.</a:t>
            </a:r>
            <a:endParaRPr lang="de-AT" sz="2000" b="1" dirty="0">
              <a:solidFill>
                <a:schemeClr val="bg2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517349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image selectable + HL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A609B382-D147-41AF-9AAA-7BFF297D646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85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25400" indent="0" algn="ctr">
              <a:buClr>
                <a:schemeClr val="accent1"/>
              </a:buClr>
              <a:buNone/>
              <a:defRPr sz="1600"/>
            </a:lvl1pPr>
          </a:lstStyle>
          <a:p>
            <a:r>
              <a:rPr lang="de-DE" dirty="0"/>
              <a:t>Place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  <a:p>
            <a:endParaRPr lang="de-DE" dirty="0"/>
          </a:p>
          <a:p>
            <a:endParaRPr lang="de-AT" dirty="0"/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9DD19BF2-CF65-FDF5-77C8-BDB7B819B9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3601" y="574402"/>
            <a:ext cx="16566098" cy="307409"/>
          </a:xfrm>
          <a:prstGeom prst="rect">
            <a:avLst/>
          </a:prstGeom>
        </p:spPr>
        <p:txBody>
          <a:bodyPr lIns="0" tIns="0" rIns="0" bIns="0"/>
          <a:lstStyle>
            <a:lvl1pPr marL="36000" indent="0">
              <a:buClr>
                <a:schemeClr val="accent4"/>
              </a:buClr>
              <a:buFont typeface="Wingdings" panose="05000000000000000000" pitchFamily="2" charset="2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15AE1E55-8189-6AA2-28DC-CB161C721E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603" y="888023"/>
            <a:ext cx="16569524" cy="11547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Key message of the slide</a:t>
            </a:r>
          </a:p>
          <a:p>
            <a:endParaRPr lang="en-GB" noProof="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19EFBEA-3DF6-244D-ABF0-8E293FDA1502}"/>
              </a:ext>
            </a:extLst>
          </p:cNvPr>
          <p:cNvSpPr txBox="1"/>
          <p:nvPr userDrawn="1"/>
        </p:nvSpPr>
        <p:spPr>
          <a:xfrm>
            <a:off x="0" y="-878359"/>
            <a:ext cx="18288000" cy="855266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6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advanced presentation.</a:t>
            </a:r>
            <a:endParaRPr lang="de-AT" sz="2400" b="1" dirty="0">
              <a:solidFill>
                <a:schemeClr val="bg2"/>
              </a:solidFill>
              <a:latin typeface="Verdana"/>
              <a:cs typeface="Verdana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8BD17BA-0087-4D72-A8BA-D070360398C1}"/>
              </a:ext>
            </a:extLst>
          </p:cNvPr>
          <p:cNvSpPr txBox="1"/>
          <p:nvPr userDrawn="1"/>
        </p:nvSpPr>
        <p:spPr>
          <a:xfrm rot="16200000">
            <a:off x="13584152" y="4730401"/>
            <a:ext cx="10288586" cy="827773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advanced presentation.</a:t>
            </a:r>
            <a:endParaRPr lang="de-AT" sz="2000" b="1" dirty="0">
              <a:solidFill>
                <a:schemeClr val="bg2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356687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6189" userDrawn="1">
          <p15:clr>
            <a:srgbClr val="FBAE40"/>
          </p15:clr>
        </p15:guide>
        <p15:guide id="3" pos="544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image selec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A8FDC3E-2981-4347-A8AA-DB8562B3E4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85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25400" indent="0" algn="ctr">
              <a:buClr>
                <a:schemeClr val="accent1"/>
              </a:buClr>
              <a:buNone/>
              <a:defRPr sz="1600"/>
            </a:lvl1pPr>
          </a:lstStyle>
          <a:p>
            <a:r>
              <a:rPr lang="de-DE" dirty="0"/>
              <a:t>Place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  <a:p>
            <a:endParaRPr lang="de-DE" dirty="0"/>
          </a:p>
          <a:p>
            <a:endParaRPr lang="de-AT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1418148-B972-7532-EF4B-4661CA45D799}"/>
              </a:ext>
            </a:extLst>
          </p:cNvPr>
          <p:cNvSpPr txBox="1"/>
          <p:nvPr userDrawn="1"/>
        </p:nvSpPr>
        <p:spPr>
          <a:xfrm>
            <a:off x="0" y="-878359"/>
            <a:ext cx="18288000" cy="855266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6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advanced presentation.</a:t>
            </a:r>
            <a:endParaRPr lang="de-AT" sz="2400" b="1" dirty="0">
              <a:solidFill>
                <a:schemeClr val="bg2"/>
              </a:solidFill>
              <a:latin typeface="Verdana"/>
              <a:cs typeface="Verdana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1362DCC-32D0-B559-4380-933ACBCEE939}"/>
              </a:ext>
            </a:extLst>
          </p:cNvPr>
          <p:cNvSpPr txBox="1"/>
          <p:nvPr userDrawn="1"/>
        </p:nvSpPr>
        <p:spPr>
          <a:xfrm rot="16200000">
            <a:off x="13584152" y="4730401"/>
            <a:ext cx="10288586" cy="827773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3200" b="0" i="0" kern="1200" dirty="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advanced presentation.</a:t>
            </a:r>
            <a:endParaRPr lang="de-AT" sz="2000" b="1" dirty="0">
              <a:solidFill>
                <a:schemeClr val="bg2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055845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 userDrawn="1">
          <p15:clr>
            <a:srgbClr val="FBAE40"/>
          </p15:clr>
        </p15:guide>
        <p15:guide id="2" orient="horz" pos="183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083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72" r:id="rId2"/>
    <p:sldLayoutId id="2147483769" r:id="rId3"/>
    <p:sldLayoutId id="2147483770" r:id="rId4"/>
    <p:sldLayoutId id="2147483749" r:id="rId5"/>
    <p:sldLayoutId id="2147483762" r:id="rId6"/>
    <p:sldLayoutId id="2147483765" r:id="rId7"/>
    <p:sldLayoutId id="2147483771" r:id="rId8"/>
    <p:sldLayoutId id="2147483764" r:id="rId9"/>
    <p:sldLayoutId id="2147483761" r:id="rId10"/>
    <p:sldLayoutId id="2147483760" r:id="rId11"/>
    <p:sldLayoutId id="2147483750" r:id="rId12"/>
    <p:sldLayoutId id="2147483751" r:id="rId13"/>
    <p:sldLayoutId id="2147483752" r:id="rId14"/>
    <p:sldLayoutId id="2147483763" r:id="rId15"/>
    <p:sldLayoutId id="2147483753" r:id="rId16"/>
    <p:sldLayoutId id="2147483754" r:id="rId17"/>
    <p:sldLayoutId id="2147483755" r:id="rId18"/>
    <p:sldLayoutId id="2147483756" r:id="rId19"/>
    <p:sldLayoutId id="2147483731" r:id="rId20"/>
    <p:sldLayoutId id="2147483767" r:id="rId21"/>
    <p:sldLayoutId id="2147483670" r:id="rId22"/>
    <p:sldLayoutId id="2147483773" r:id="rId23"/>
    <p:sldLayoutId id="2147483775" r:id="rId24"/>
    <p:sldLayoutId id="2147483706" r:id="rId25"/>
    <p:sldLayoutId id="2147483714" r:id="rId26"/>
    <p:sldLayoutId id="2147483774" r:id="rId27"/>
    <p:sldLayoutId id="2147483768" r:id="rId28"/>
    <p:sldLayoutId id="2147483759" r:id="rId29"/>
    <p:sldLayoutId id="2147483741" r:id="rId30"/>
    <p:sldLayoutId id="2147483722" r:id="rId3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800" kern="1200">
          <a:solidFill>
            <a:schemeClr val="accent1"/>
          </a:solidFill>
          <a:latin typeface="Verdana"/>
          <a:ea typeface="+mj-ea"/>
          <a:cs typeface="Verdana"/>
        </a:defRPr>
      </a:lvl1pPr>
    </p:titleStyle>
    <p:bodyStyle>
      <a:lvl1pPr marL="355600" indent="-330200" algn="l" defTabSz="914400" rtl="0" eaLnBrk="1" latinLnBrk="0" hangingPunct="1">
        <a:lnSpc>
          <a:spcPct val="110000"/>
        </a:lnSpc>
        <a:spcBef>
          <a:spcPts val="0"/>
        </a:spcBef>
        <a:buClr>
          <a:srgbClr val="6CB004"/>
        </a:buClr>
        <a:buFont typeface="Wingdings" charset="2"/>
        <a:buChar char="§"/>
        <a:defRPr sz="2400" kern="1200">
          <a:solidFill>
            <a:schemeClr val="tx1"/>
          </a:solidFill>
          <a:latin typeface="Verdana"/>
          <a:ea typeface="+mn-ea"/>
          <a:cs typeface="Verdana"/>
        </a:defRPr>
      </a:lvl1pPr>
      <a:lvl2pPr marL="717550" indent="-349250" algn="l" defTabSz="914400" rtl="0" eaLnBrk="1" latinLnBrk="0" hangingPunct="1">
        <a:lnSpc>
          <a:spcPct val="110000"/>
        </a:lnSpc>
        <a:spcBef>
          <a:spcPts val="0"/>
        </a:spcBef>
        <a:buClr>
          <a:srgbClr val="6CB004"/>
        </a:buClr>
        <a:buFont typeface="Wingdings" charset="2"/>
        <a:buChar char="§"/>
        <a:defRPr sz="2400" kern="1200">
          <a:solidFill>
            <a:schemeClr val="tx1"/>
          </a:solidFill>
          <a:latin typeface="Verdana"/>
          <a:ea typeface="+mn-ea"/>
          <a:cs typeface="Verdana"/>
        </a:defRPr>
      </a:lvl2pPr>
      <a:lvl3pPr marL="1079500" indent="-355600" algn="l" defTabSz="914400" rtl="0" eaLnBrk="1" latinLnBrk="0" hangingPunct="1">
        <a:lnSpc>
          <a:spcPct val="110000"/>
        </a:lnSpc>
        <a:spcBef>
          <a:spcPts val="0"/>
        </a:spcBef>
        <a:buClr>
          <a:srgbClr val="6CB004"/>
        </a:buClr>
        <a:buFont typeface="Wingdings" charset="2"/>
        <a:buChar char="§"/>
        <a:tabLst/>
        <a:defRPr sz="2400" kern="1200">
          <a:solidFill>
            <a:schemeClr val="tx1"/>
          </a:solidFill>
          <a:latin typeface="Verdana"/>
          <a:ea typeface="+mn-ea"/>
          <a:cs typeface="Verdana"/>
        </a:defRPr>
      </a:lvl3pPr>
      <a:lvl4pPr marL="1428750" indent="-365126" algn="l" defTabSz="914400" rtl="0" eaLnBrk="1" latinLnBrk="0" hangingPunct="1">
        <a:lnSpc>
          <a:spcPct val="110000"/>
        </a:lnSpc>
        <a:spcBef>
          <a:spcPts val="0"/>
        </a:spcBef>
        <a:buClr>
          <a:srgbClr val="6CB004"/>
        </a:buClr>
        <a:buFont typeface="Wingdings" charset="2"/>
        <a:buChar char="§"/>
        <a:defRPr sz="2400" kern="1200">
          <a:solidFill>
            <a:schemeClr val="tx1"/>
          </a:solidFill>
          <a:latin typeface="Verdana"/>
          <a:ea typeface="+mn-ea"/>
          <a:cs typeface="Verdana"/>
        </a:defRPr>
      </a:lvl4pPr>
      <a:lvl5pPr marL="1800226" indent="-355600" algn="l" defTabSz="914400" rtl="0" eaLnBrk="1" latinLnBrk="0" hangingPunct="1">
        <a:lnSpc>
          <a:spcPct val="110000"/>
        </a:lnSpc>
        <a:spcBef>
          <a:spcPts val="0"/>
        </a:spcBef>
        <a:buClr>
          <a:srgbClr val="6CB004"/>
        </a:buClr>
        <a:buFont typeface="Wingdings" charset="2"/>
        <a:buChar char="§"/>
        <a:tabLst/>
        <a:defRPr sz="2400" kern="1200">
          <a:solidFill>
            <a:schemeClr val="tx1"/>
          </a:solidFill>
          <a:latin typeface="Verdana"/>
          <a:ea typeface="+mn-ea"/>
          <a:cs typeface="Verdana"/>
        </a:defRPr>
      </a:lvl5pPr>
      <a:lvl6pPr marL="50292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9.png"/><Relationship Id="rId4" Type="http://schemas.openxmlformats.org/officeDocument/2006/relationships/hyperlink" Target="mailto:ljudskiresursi@a1.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675BF3-79F9-1A9E-490D-8319054EE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3915325"/>
            <a:ext cx="16566100" cy="2106391"/>
          </a:xfrm>
        </p:spPr>
        <p:txBody>
          <a:bodyPr lIns="0" tIns="0" rIns="0" bIns="0"/>
          <a:lstStyle/>
          <a:p>
            <a:pPr marL="0"/>
            <a:r>
              <a:rPr lang="sr-Latn-RS" b="1" dirty="0"/>
              <a:t>#NAPRAVI POMAK </a:t>
            </a:r>
            <a:br>
              <a:rPr lang="sr-Latn-RS" b="1" dirty="0"/>
            </a:br>
            <a:r>
              <a:rPr lang="sr-Latn-RS" b="1" dirty="0"/>
              <a:t>Dodirni ekran. </a:t>
            </a:r>
            <a:endParaRPr lang="en-GB" b="1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A6C1E2A-508B-2890-8E9C-35DD7C15FF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6521" y="8759204"/>
            <a:ext cx="5134206" cy="1057986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5AB6BA6C-711D-4270-F35E-F7AF1AFC5907}"/>
              </a:ext>
            </a:extLst>
          </p:cNvPr>
          <p:cNvSpPr txBox="1">
            <a:spLocks/>
          </p:cNvSpPr>
          <p:nvPr/>
        </p:nvSpPr>
        <p:spPr>
          <a:xfrm>
            <a:off x="9144000" y="8614957"/>
            <a:ext cx="16566100" cy="2106391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kern="1200" baseline="0">
                <a:solidFill>
                  <a:schemeClr val="bg2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sr-Latn-RS" b="1" dirty="0"/>
              <a:t>AI od tebe počinje.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82505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1F6925-3585-9C8A-B55A-CF6A29983C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r-Latn-RS" b="1" dirty="0"/>
              <a:t>Kad dobiješ novi zadatak, šta ti prva misao?</a:t>
            </a:r>
          </a:p>
          <a:p>
            <a:endParaRPr lang="en-GB" dirty="0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9A386337-50F6-C974-877A-080589B2D8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3600" y="2792413"/>
            <a:ext cx="13709650" cy="6184900"/>
          </a:xfrm>
        </p:spPr>
        <p:txBody>
          <a:bodyPr/>
          <a:lstStyle/>
          <a:p>
            <a:r>
              <a:rPr lang="sr-Latn-RS" dirty="0"/>
              <a:t>„Hajmo nešto skroz drugačije… da vidimo šta sve može.“ </a:t>
            </a:r>
          </a:p>
          <a:p>
            <a:r>
              <a:rPr lang="sr-Latn-RS" dirty="0"/>
              <a:t>„Ok, prvo pravim mini-plan.“ </a:t>
            </a:r>
          </a:p>
          <a:p>
            <a:r>
              <a:rPr lang="sr-Latn-RS" dirty="0"/>
              <a:t>„Koga sve uključujemo u projekat? Hajde da smislimo kako da olakšamo proces.”</a:t>
            </a:r>
          </a:p>
          <a:p>
            <a:r>
              <a:rPr lang="sr-Latn-RS" dirty="0"/>
              <a:t>„Čekaj… šta je cilj svega ovoga?”</a:t>
            </a:r>
          </a:p>
        </p:txBody>
      </p:sp>
    </p:spTree>
    <p:extLst>
      <p:ext uri="{BB962C8B-B14F-4D97-AF65-F5344CB8AC3E}">
        <p14:creationId xmlns:p14="http://schemas.microsoft.com/office/powerpoint/2010/main" val="46747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0D77E-8A75-0B88-DA9E-C249A0BEB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091CDE-2D15-B6FC-3891-5FC17F1457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r-Latn-RS" b="1" dirty="0"/>
              <a:t>Kako najviše voliš da radiš?</a:t>
            </a:r>
            <a:endParaRPr lang="en-GB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02729-D37F-3D08-6F5F-286207EFB727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984250" y="2227393"/>
            <a:ext cx="726673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drana"/>
              </a:rPr>
              <a:t>„U fazonu—prepusti se vibe-u i improvizuj.”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drana"/>
              </a:rPr>
              <a:t>„Ako nije u tabeli, ne postoji.”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drana"/>
              </a:rPr>
              <a:t>„S ekipom, da se međusobno podržavamo i završavamo sve.”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drana"/>
              </a:rPr>
              <a:t>„Daj mi brojke, ciljeve, logiku—i idemo.”</a:t>
            </a:r>
          </a:p>
        </p:txBody>
      </p:sp>
    </p:spTree>
    <p:extLst>
      <p:ext uri="{BB962C8B-B14F-4D97-AF65-F5344CB8AC3E}">
        <p14:creationId xmlns:p14="http://schemas.microsoft.com/office/powerpoint/2010/main" val="149807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8C2C2-75C6-AA06-18DE-B8829B69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5B95EF-81AB-DC3D-FA44-834F199346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l-PL" b="1" dirty="0"/>
              <a:t>Šta za tebe znači napraviti </a:t>
            </a:r>
            <a:r>
              <a:rPr lang="pl-PL" b="1" i="1" dirty="0"/>
              <a:t>pomak</a:t>
            </a:r>
            <a:r>
              <a:rPr lang="pl-PL" b="1" dirty="0"/>
              <a:t>?</a:t>
            </a:r>
            <a:endParaRPr lang="en-GB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2805F-41C8-2414-094D-91E56CECDA46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863600" y="2058025"/>
            <a:ext cx="872386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Probati nešto što još nisam, pa makar bilo haotično.”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„Uvesti sistem da sve ide brže i lakše.”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„Da se ljudi oko mene osećaju bolje zbog toga što sam uradio/la.”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„Potez koji menja situaciju na duže staze.”</a:t>
            </a:r>
          </a:p>
        </p:txBody>
      </p:sp>
    </p:spTree>
    <p:extLst>
      <p:ext uri="{BB962C8B-B14F-4D97-AF65-F5344CB8AC3E}">
        <p14:creationId xmlns:p14="http://schemas.microsoft.com/office/powerpoint/2010/main" val="162569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9FE15-828D-FF3A-1067-9717AE2E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189890-C528-9B76-13AC-63D4BB9CC1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r-Latn-RS" b="1" dirty="0"/>
              <a:t>TI SI INOVATOR </a:t>
            </a:r>
            <a:endParaRPr lang="sr-Latn-RS" dirty="0"/>
          </a:p>
          <a:p>
            <a:endParaRPr lang="en-GB" dirty="0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E23DD681-1081-3213-0011-A945B70A6D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3521" y="2781665"/>
            <a:ext cx="13709650" cy="6184900"/>
          </a:xfrm>
        </p:spPr>
        <p:txBody>
          <a:bodyPr/>
          <a:lstStyle/>
          <a:p>
            <a:pPr marL="0" indent="0">
              <a:buNone/>
            </a:pPr>
            <a:r>
              <a:rPr lang="sr-Latn-RS" b="1" dirty="0"/>
              <a:t>Tvoja prednost:</a:t>
            </a:r>
          </a:p>
          <a:p>
            <a:pPr marL="0" indent="0">
              <a:buNone/>
            </a:pPr>
            <a:r>
              <a:rPr lang="sr-Latn-RS" dirty="0"/>
              <a:t>Brzo spajaš ideje koje drugi uopšte ne povezuju. U stanju si da vidiš rešenje pre nego što i postoji problem — i to je tvoja supermoć.</a:t>
            </a:r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r>
              <a:rPr lang="sr-Latn-RS" b="1" dirty="0"/>
              <a:t>Tvoj POMAK:</a:t>
            </a:r>
          </a:p>
          <a:p>
            <a:pPr marL="0" indent="0">
              <a:buNone/>
            </a:pPr>
            <a:r>
              <a:rPr lang="sr-Latn-RS" dirty="0"/>
              <a:t>Da bi tvoje ideje stvarno zaživele, potrebno je da povremeno „usporiš“ i definišeš samo jedan prioritet. Manje paralelnih pravaca = jači efekat tvoje inovacije.</a:t>
            </a:r>
          </a:p>
          <a:p>
            <a:pPr marL="0" lvl="0" indent="0">
              <a:buNone/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25143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087B7-FADD-1BEB-92FB-83235903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054E300-193B-79F8-AFBC-85B076DE3D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r-Latn-RS" b="1" dirty="0"/>
              <a:t>TI SI ORGANIZATOR </a:t>
            </a:r>
            <a:endParaRPr lang="sr-Latn-RS" dirty="0"/>
          </a:p>
          <a:p>
            <a:endParaRPr lang="en-GB" dirty="0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14B1B355-3B24-8DE1-A25B-0CFF96F3DB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3521" y="2781665"/>
            <a:ext cx="13709650" cy="6184900"/>
          </a:xfrm>
        </p:spPr>
        <p:txBody>
          <a:bodyPr/>
          <a:lstStyle/>
          <a:p>
            <a:pPr marL="0" indent="0">
              <a:buNone/>
            </a:pPr>
            <a:r>
              <a:rPr lang="sr-Latn-RS" b="1" dirty="0"/>
              <a:t>Tvoja prednost:</a:t>
            </a:r>
          </a:p>
          <a:p>
            <a:pPr marL="0" indent="0">
              <a:buNone/>
            </a:pPr>
            <a:r>
              <a:rPr lang="sr-Latn-RS" dirty="0"/>
              <a:t>U haosu vidiš pravac. Ljudi se oslone na tebe kada treba nešto završiti tačno, brzo i bez nepotrebnih komplikacija.</a:t>
            </a:r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r>
              <a:rPr lang="sr-Latn-RS" b="1" dirty="0"/>
              <a:t>Tvoj POMAK:</a:t>
            </a:r>
          </a:p>
          <a:p>
            <a:pPr marL="0" indent="0">
              <a:buNone/>
            </a:pPr>
            <a:r>
              <a:rPr lang="sr-Latn-RS" dirty="0"/>
              <a:t>Tvoja najveća snaga može postati još jača kada dozvoliš malo više fleksibilnosti — ne mora svaki korak da bude predvidiv. Pusti 10% prostora za spontanost i tim brže stiže do rešenja.</a:t>
            </a:r>
          </a:p>
          <a:p>
            <a:pPr marL="0" lvl="0" indent="0">
              <a:buNone/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119456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062EA-2D68-7EAE-6D37-AA6165543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6774A6-7C06-AE9C-7EC7-B4F6C852C6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r-Latn-RS" b="1" dirty="0"/>
              <a:t>TI SI STRATEG </a:t>
            </a:r>
          </a:p>
          <a:p>
            <a:endParaRPr lang="en-GB" dirty="0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5D1793C5-3DA5-7420-2612-CDA18A0A35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3521" y="2781665"/>
            <a:ext cx="13709650" cy="6184900"/>
          </a:xfrm>
        </p:spPr>
        <p:txBody>
          <a:bodyPr/>
          <a:lstStyle/>
          <a:p>
            <a:pPr marL="0" indent="0">
              <a:buNone/>
            </a:pPr>
            <a:r>
              <a:rPr lang="sr-Latn-RS" b="1" dirty="0"/>
              <a:t>Tvoja prednost:</a:t>
            </a:r>
          </a:p>
          <a:p>
            <a:pPr marL="0" indent="0">
              <a:buNone/>
            </a:pPr>
            <a:r>
              <a:rPr lang="sr-Latn-RS" dirty="0"/>
              <a:t>U svakoj situaciji vidiš strukturu, obrazac i logiku. Možeš brzo da proceniš šta ima smisla, a šta je gubljenje vremena — i zato drugi traže tvoj sud.</a:t>
            </a:r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r>
              <a:rPr lang="sr-Latn-RS" b="1" dirty="0"/>
              <a:t>Tvoj POMAK:</a:t>
            </a:r>
          </a:p>
          <a:p>
            <a:pPr marL="0" indent="0">
              <a:buNone/>
            </a:pPr>
            <a:r>
              <a:rPr lang="sr-Latn-RS" dirty="0"/>
              <a:t>Ponekad ostaješ predugo u analizi. Sledeći korak za tebe je brže „zakucavanje” odluke i testiranje u realnosti — manje čekanja, više akcije donosi najbolji rezultat.</a:t>
            </a:r>
          </a:p>
          <a:p>
            <a:pPr marL="0" lvl="0" indent="0">
              <a:buNone/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082430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B60F2-2ABE-553E-3959-345746AE8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9D5759-EE7C-4999-A201-92636904E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195" y="3960295"/>
            <a:ext cx="16566100" cy="2106391"/>
          </a:xfrm>
        </p:spPr>
        <p:txBody>
          <a:bodyPr lIns="0" tIns="0" rIns="0" bIns="0"/>
          <a:lstStyle/>
          <a:p>
            <a:r>
              <a:rPr lang="sr-Latn-RS" sz="3200" b="1" dirty="0"/>
              <a:t>Vreme je da napraviš svoj sledeći POMAK!</a:t>
            </a:r>
            <a:br>
              <a:rPr lang="sr-Latn-RS" sz="3200" dirty="0"/>
            </a:br>
            <a:br>
              <a:rPr lang="sr-Latn-RS" sz="3200" b="1" dirty="0"/>
            </a:br>
            <a:r>
              <a:rPr lang="sr-Latn-RS" sz="3200" b="1" dirty="0"/>
              <a:t>Pošalji nam CV na email </a:t>
            </a:r>
            <a:r>
              <a:rPr lang="sr-Latn-RS" sz="3200" b="1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ljudskiresursi</a:t>
            </a:r>
            <a:r>
              <a:rPr lang="en-US" sz="3200" b="1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@a1.rs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sr-Latn-RS" sz="3200" b="1" dirty="0"/>
              <a:t>i</a:t>
            </a:r>
            <a:br>
              <a:rPr lang="en-US" sz="3200" b="1" dirty="0"/>
            </a:br>
            <a:r>
              <a:rPr lang="sr-Latn-RS" sz="3200" b="1" dirty="0"/>
              <a:t> priključi se projektima koji menjaju svakodnevicu na bolje.</a:t>
            </a:r>
            <a:endParaRPr lang="en-GB" sz="3200" b="1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C84446-3AD9-DCDE-F0F4-98EE1D3FAD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6521" y="8759204"/>
            <a:ext cx="5134206" cy="105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25200"/>
      </p:ext>
    </p:extLst>
  </p:cSld>
  <p:clrMapOvr>
    <a:masterClrMapping/>
  </p:clrMapOvr>
</p:sld>
</file>

<file path=ppt/theme/theme1.xml><?xml version="1.0" encoding="utf-8"?>
<a:theme xmlns:a="http://schemas.openxmlformats.org/drawingml/2006/main" name="Telekom Austria Master">
  <a:themeElements>
    <a:clrScheme name="A1 Color Palett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B140A"/>
      </a:accent1>
      <a:accent2>
        <a:srgbClr val="FA8A80"/>
      </a:accent2>
      <a:accent3>
        <a:srgbClr val="820000"/>
      </a:accent3>
      <a:accent4>
        <a:srgbClr val="FF5500"/>
      </a:accent4>
      <a:accent5>
        <a:srgbClr val="FFBF00"/>
      </a:accent5>
      <a:accent6>
        <a:srgbClr val="551EE6"/>
      </a:accent6>
      <a:hlink>
        <a:srgbClr val="EB140A"/>
      </a:hlink>
      <a:folHlink>
        <a:srgbClr val="820000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7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10000"/>
          </a:lnSpc>
          <a:defRPr sz="1200" b="1" dirty="0" smtClean="0">
            <a:latin typeface="Verdana"/>
            <a:cs typeface="Verdan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1 PPT Master EN 2022 - Group.pptx" id="{66B20444-58AE-4B8E-9E43-CD90143B262E}" vid="{2A5297DF-6C5F-4060-87F3-52527336E4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616ba5a-9654-496a-b8d3-58b4a15770e9" xsi:nil="true"/>
    <lcf76f155ced4ddcb4097134ff3c332f xmlns="805b1b66-6107-429b-a462-fc87c0a6a15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DA845261755046962FF1104C60E192" ma:contentTypeVersion="14" ma:contentTypeDescription="Create a new document." ma:contentTypeScope="" ma:versionID="80f4afc3413cf3645e447bb1413bd771">
  <xsd:schema xmlns:xsd="http://www.w3.org/2001/XMLSchema" xmlns:xs="http://www.w3.org/2001/XMLSchema" xmlns:p="http://schemas.microsoft.com/office/2006/metadata/properties" xmlns:ns2="805b1b66-6107-429b-a462-fc87c0a6a15d" xmlns:ns3="d616ba5a-9654-496a-b8d3-58b4a15770e9" targetNamespace="http://schemas.microsoft.com/office/2006/metadata/properties" ma:root="true" ma:fieldsID="7006f9e098fe78b9e2690f605431cb8c" ns2:_="" ns3:_="">
    <xsd:import namespace="805b1b66-6107-429b-a462-fc87c0a6a15d"/>
    <xsd:import namespace="d616ba5a-9654-496a-b8d3-58b4a15770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5b1b66-6107-429b-a462-fc87c0a6a1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c12d65e-8050-4921-ae4d-015f658aa0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16ba5a-9654-496a-b8d3-58b4a15770e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5e84b938-9263-4224-8f47-3d67a6d06ac7}" ma:internalName="TaxCatchAll" ma:showField="CatchAllData" ma:web="d616ba5a-9654-496a-b8d3-58b4a15770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E9C4D9-C8BC-4E24-A1E4-2F3D9CCCD198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805b1b66-6107-429b-a462-fc87c0a6a15d"/>
    <ds:schemaRef ds:uri="http://purl.org/dc/elements/1.1/"/>
    <ds:schemaRef ds:uri="http://schemas.microsoft.com/office/2006/metadata/properties"/>
    <ds:schemaRef ds:uri="d616ba5a-9654-496a-b8d3-58b4a15770e9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A9E8BC2-35E1-4AF0-9113-36300E087D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5b1b66-6107-429b-a462-fc87c0a6a15d"/>
    <ds:schemaRef ds:uri="d616ba5a-9654-496a-b8d3-58b4a15770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580D6D-CEA1-44A9-8D7D-E9233739ED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A1_PPT_Master_EN_2022_Group</Template>
  <TotalTime>6243</TotalTime>
  <Words>402</Words>
  <Application>Microsoft Office PowerPoint</Application>
  <PresentationFormat>Custom</PresentationFormat>
  <Paragraphs>38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Vedrana</vt:lpstr>
      <vt:lpstr>Verdana</vt:lpstr>
      <vt:lpstr>Wingdings</vt:lpstr>
      <vt:lpstr>Telekom Austria Master</vt:lpstr>
      <vt:lpstr>#NAPRAVI POMAK  Dodirni ekran.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Vreme je da napraviš svoj sledeći POMAK!  Pošalji nam CV na email ljudskiresursi@a1.rs i  priključi se projektima koji menjaju svakodnevicu na bolje.</vt:lpstr>
    </vt:vector>
  </TitlesOfParts>
  <Manager/>
  <Company>Vip mobile d.o.o.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Understand, explore and create the world of A1.</dc:title>
  <dc:subject/>
  <dc:creator>Ana Boros-Todic ( Vip mobile )</dc:creator>
  <cp:keywords/>
  <dc:description>Power Point Master Template for internal use only</dc:description>
  <cp:lastModifiedBy>Marija Muždalo</cp:lastModifiedBy>
  <cp:revision>5</cp:revision>
  <cp:lastPrinted>2017-12-12T15:25:25Z</cp:lastPrinted>
  <dcterms:created xsi:type="dcterms:W3CDTF">2023-01-30T12:56:39Z</dcterms:created>
  <dcterms:modified xsi:type="dcterms:W3CDTF">2025-11-14T14:16:09Z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0x0101007DDA845261755046962FF1104C60E192</vt:lpwstr>
  </property>
</Properties>
</file>